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61" r:id="rId16"/>
    <p:sldId id="260" r:id="rId17"/>
    <p:sldId id="262" r:id="rId18"/>
    <p:sldId id="298" r:id="rId19"/>
    <p:sldId id="284" r:id="rId20"/>
    <p:sldId id="302" r:id="rId21"/>
    <p:sldId id="301" r:id="rId22"/>
    <p:sldId id="299" r:id="rId23"/>
    <p:sldId id="300" r:id="rId24"/>
    <p:sldId id="303" r:id="rId25"/>
    <p:sldId id="304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5" r:id="rId34"/>
    <p:sldId id="305" r:id="rId35"/>
    <p:sldId id="306" r:id="rId36"/>
    <p:sldId id="307" r:id="rId37"/>
    <p:sldId id="273" r:id="rId38"/>
    <p:sldId id="274" r:id="rId39"/>
    <p:sldId id="276" r:id="rId40"/>
    <p:sldId id="2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-342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9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2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0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7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6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4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30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8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1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2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0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30757-A249-4A87-B9C5-C5208413360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4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reactjs/reactjs-introduction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343" y="1609858"/>
            <a:ext cx="10058400" cy="41576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Components &amp; React JS Environment Setup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Prof. Soleha. A. Sayyed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7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EE6E31-CE99-CCA0-0D06-8511E4AC1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JSX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is a powerful syntax extension in React that makes writing and managing UI components easier and more readable.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lets developers write HTML-like code directly inside JavaScript.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improves code clarity by combining structure and logic in one place.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compiled into regular JavaScript before running in the browser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&lt;h1&gt;Hello, world!&lt;/h1&gt; is a JSX element, similar to HTML, that represents a heading tag.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is converted into JavaScript, where React 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React.createElement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create React elements (virtual DOM representations).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33B4CA-378E-2F1E-B6E1-1EA8AFA5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219" y="2725003"/>
            <a:ext cx="4469641" cy="223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9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87D51E-A675-312D-8016-94DED5C2C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React processes this JSX code, it converts it into JavaScript using Babel.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JavaScript code creates React elements (virtual DOM), which React then uses to update the real browser DOM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C6FE8C-D78D-C77E-29D5-233E241B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340" y="2233684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1F5231-BD1E-069A-1A54-80468517F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72"/>
            <a:ext cx="12192000" cy="68475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JSX in Action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can be implemented in a React project to create dynamic and interactive UI components. Here are the steps to use JSX in a React application: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a React App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JSX in the Component: In the src/App.js file, write JSX to display a message: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JSX code &lt;h1&gt;{message}&lt;/h1&gt; will be transformed into JavaScript by Babel. Then React will create a virtual DOM element for the &lt;h1&gt; tag with the text inside, and this virtual DOM is then used to update the actual browser DOM, displaying "Hello, JSX works!" on the screen.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After React processes the JSX, it renders the message on the screen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C19F43-E37A-7F61-96A2-4CEEB49264FE}"/>
              </a:ext>
            </a:extLst>
          </p:cNvPr>
          <p:cNvSpPr txBox="1"/>
          <p:nvPr/>
        </p:nvSpPr>
        <p:spPr>
          <a:xfrm>
            <a:off x="2738650" y="2345098"/>
            <a:ext cx="45765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"react";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 message = "Hello, JSX works!";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&lt;h1&gt;{message}&lt;/h1&gt;;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179279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970BF1-5DB4-6EA0-E942-EE3FCC25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of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Embedding Expressions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Attributes in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Passing Children in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JSX Represents Objects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1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0A5557-182B-FD11-532A-FE6A95851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&amp; Attributes in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allows you to insert attributes into HTML elements, but there are a few important differences.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class = className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class attribute is widely used in HTML, but since JSX is rendered as JavaScript and the class keyword is a reserved word in JavaScript, you are not allowed to use it in JSX.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solved this by using className instead. When JSX is rendered, it translates className attributes into class attributes.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&lt;h1 className="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"&gt;Hello World&lt;/h1&gt;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35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998A95-6925-E36B-4CFC-35963551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Expressions as Attributes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JavaScript expressions as attribute values. This is very useful for dynamic attributes.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x =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&lt;h1 className={x}&gt;Hello World&lt;/h1&gt;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75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E0D69F-5297-FCDD-E43F-7337CE280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camelCase Event Attributes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attributes in JSX are written in camelCase.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alert('Hello World');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}&gt;Click me&lt;/button&gt;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262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B2E9D6-7AD1-C93E-D950-F0490750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Boolean Attributes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pass no value for an attribute, JSX treats it as true. To pass false, you must specify it as an expression.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disabled&gt;Click me&lt;/button&gt;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style Attribute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style attribute in JSX only accepts a JavaScript object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camelCased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property names, rather than a CSS string (as in HTML).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4CD9323-9AE8-4A0E-F154-DB54A89F5CC9}"/>
              </a:ext>
            </a:extLst>
          </p:cNvPr>
          <p:cNvSpPr txBox="1"/>
          <p:nvPr/>
        </p:nvSpPr>
        <p:spPr>
          <a:xfrm>
            <a:off x="3173103" y="3995677"/>
            <a:ext cx="6434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mystyles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color: "red",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"20px",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backgroundColor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lightyellow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 style={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mystyles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}&gt;My car&lt;/h1&gt;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  ); }</a:t>
            </a:r>
          </a:p>
        </p:txBody>
      </p:sp>
    </p:spTree>
    <p:extLst>
      <p:ext uri="{BB962C8B-B14F-4D97-AF65-F5344CB8AC3E}">
        <p14:creationId xmlns:p14="http://schemas.microsoft.com/office/powerpoint/2010/main" val="233267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D178BB-128C-AD4D-A9D0-FD3B32B0C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JSX Expressions</a:t>
            </a:r>
          </a:p>
          <a:p>
            <a:pPr marL="0" indent="0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Expressions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insert any valid JavaScript expression inside JSX by wrapping it in curly braces { }.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will evaluate the expression and render the result in the DOM.</a:t>
            </a:r>
          </a:p>
          <a:p>
            <a:pPr marL="0" indent="0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expression 218 * 1.36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car&lt;/h1&gt;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&lt;p&gt;The calculation is {218 * 1.36} &lt;/p&gt;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 }</a:t>
            </a:r>
          </a:p>
        </p:txBody>
      </p:sp>
    </p:spTree>
    <p:extLst>
      <p:ext uri="{BB962C8B-B14F-4D97-AF65-F5344CB8AC3E}">
        <p14:creationId xmlns:p14="http://schemas.microsoft.com/office/powerpoint/2010/main" val="103585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FF6941-3B06-0908-DD54-D92CF379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Variables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are also valid expressions. Insert variables in JSX by wrapping it in curly braces { }.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hp = 218 * 1.36;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&lt;p&gt;It has {hp} horsepower&lt;/p&gt;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6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33FE88-EC01-B7F7-9227-176EE60C0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Function Calls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calls are valid expressions. Insert function calls in JSX by wrapping it in curly braces { }.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kwtohp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(kw)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kw * 1.36;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&lt;p&gt;It has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kwtohp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(218)} horsepower&lt;/p&gt;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70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1A11DF-5093-962A-89A3-6E798D4C1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Object Properties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object properties within JSX: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name: “Honda Brio",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model: “2012",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color: "white"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 is a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myobj.color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{myobj.name}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myobj.model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9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AB0530-8365-8213-EADB-9DDED4351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JS and JSX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56B9846B-E86B-5328-E00A-9D3C47219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084735"/>
              </p:ext>
            </p:extLst>
          </p:nvPr>
        </p:nvGraphicFramePr>
        <p:xfrm>
          <a:off x="1705970" y="719665"/>
          <a:ext cx="9348718" cy="6138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74359">
                  <a:extLst>
                    <a:ext uri="{9D8B030D-6E8A-4147-A177-3AD203B41FA5}">
                      <a16:colId xmlns:a16="http://schemas.microsoft.com/office/drawing/2014/main" xmlns="" val="715121786"/>
                    </a:ext>
                  </a:extLst>
                </a:gridCol>
                <a:gridCol w="4674359">
                  <a:extLst>
                    <a:ext uri="{9D8B030D-6E8A-4147-A177-3AD203B41FA5}">
                      <a16:colId xmlns:a16="http://schemas.microsoft.com/office/drawing/2014/main" xmlns="" val="1161413378"/>
                    </a:ext>
                  </a:extLst>
                </a:gridCol>
              </a:tblGrid>
              <a:tr h="555105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1" i="0" spc="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200" b="1" i="0" spc="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</a:t>
                      </a:r>
                      <a:r>
                        <a:rPr lang="en-US" sz="2200" b="1" i="0" spc="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File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1" i="0" spc="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.jsx File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xmlns="" val="2899651930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regular JavaScript code.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React components with </a:t>
                      </a:r>
                      <a:r>
                        <a:rPr lang="en-US" sz="2200" b="0" i="0" u="none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-like code (JSX).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49016375"/>
                  </a:ext>
                </a:extLst>
              </a:tr>
              <a:tr h="63555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include JSX syntax.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JSX syntax to define the UI.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532939296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writing logic, utility functions, and simple components.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writing UI components that need JSX to render content.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2768450116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need extra tools to run.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tools like Babel to convert JSX to JavaScript.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3528222439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Smaller and simpler if just handling logic.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due to JSX code for user interfaces.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501370436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used for both JavaScript and </a:t>
                      </a:r>
                      <a:r>
                        <a:rPr lang="en-US" sz="2200" b="0" i="0" u="sng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React</a:t>
                      </a: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logic.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creating and rendering UI.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391900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84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React Components?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a building block that represents a piece of the user interface (UI).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 the structure and behavior of the UI, either by managing their own state or by receiving data through props and rendering content accordingly.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reusable and can be composed together to build complex UIs in a modular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can be reused across different parts of the application to maintain consistency and reduce code duplication.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manage how their output is rendered in the DOM (Document Object Model) based on their state and props.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loads only the necessary components, ensuring optimized performance.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specific Component updates instead of the whole page.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22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React Components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primary types of React components: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components are JavaScript functions that return React elements and are the preferred way to build modern React applications.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manage state and lifecycle logic using React Hooks.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simpler syntax, making them ideal for reusable components.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better performance by avoiding the use of the this keyword.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&lt;h1&gt;Hello, {props.name}!&lt;/h1&gt;;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9188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Class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components are ES6 classes in React that extend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 state and lifecycle handling.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component data using the this.state property.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lifecycle methods such as componentDidMount and componentDidUpdate.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Greet extends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render() {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&lt;h1&gt;Hello, {this.props.name}!&lt;/h1&gt;;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1516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6EFB72-CCB6-F16F-C83B-D53303119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Concepts in React Components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Props in React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 (short for properties) are read-only inputs passed from a parent component to a child component. They enable dynamic data flow and reusability.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 are immutable.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enable communication between components.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allow components to be configured and customized from outside.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&lt;h2&gt;Welcome,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props.username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}!&lt;/h2&gt;;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Usage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&lt;Greet username="Adam" /&gt;;</a:t>
            </a:r>
          </a:p>
        </p:txBody>
      </p:sp>
    </p:spTree>
    <p:extLst>
      <p:ext uri="{BB962C8B-B14F-4D97-AF65-F5344CB8AC3E}">
        <p14:creationId xmlns:p14="http://schemas.microsoft.com/office/powerpoint/2010/main" val="93762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Component: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Car from './car';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&lt;Car brand=“BMW"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Component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&lt;h1&gt;I am a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props.brand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}!&lt;/h1&gt;;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a BMW!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067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F9976B-0903-C3FF-853D-5EE427B2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60C7DB-5D13-DC3A-207B-1DA4BD020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State in React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 is a component-controlled JavaScript object used to store and manage dynamic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 time.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state automatically triggers a re-render.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components manage state using the useState hook.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Counter()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 [count,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&lt;p&gt;Count: {count}&lt;/p&gt;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={() =&gt;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(count + 1)}&gt;Increment&lt;/button&gt;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100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B196B4-5354-41A3-D694-43986C6A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C77E75-55B2-9175-7F59-68583D4B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Rendering a Component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 in React means displaying a component in the browser’s DOM, and React automatically updates the UI when a component’s props or state change.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must be imported before they can be rendered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ReactDOM.render() is typically used in the root file to mount the app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ReactDOM.render(&lt;Greeting name="Emma" /&gt;,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('root’));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Nested Components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React, you can nest components inside other components to build a modular and hierarchical structure.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can be reused multiple times within the same or different components.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 can be passed to nested components for dynamic content.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code reusability and better component organization.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197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3FC1B6-91A3-EE6F-B42F-435A0C2C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B0F189-1CD3-CA5E-6939-02CACB051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Header()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&lt;h1&gt;Welcome to My Site&lt;/h1&gt;;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Footer()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&lt;p&gt;2024 My Company&lt;/p&gt;;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&lt;Header 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&lt;p&gt;This is the main content.&lt;/p&gt;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&lt;Footer 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3565144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B9E45B-E6C7-F331-149A-646C9E31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E3B71B-6DC9-DF8E-82FB-DA983D015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Child Components: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Child component is a component that is nested inside another component, known as the parent component.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hierarchical relationship allows for better organization, modularity, and reusability of code.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Parent-Child Relationship: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parent component can pass data to a child component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props.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Short for properties, props are how data is passed from parent to child. They are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read-only in the child component.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Child({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onButtonClick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onButtonClick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}&gt;Click Me&lt;/button&gt;;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Parent()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alert("Button clicked in child!");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&lt;Child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onButtonClick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44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17D584-5C05-45BD-FD5B-B614983A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121FCA-E04D-C0B3-6DB0-A4492FFBA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Namespaced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Namespaced components in React refer to a pattern where related components are grouped together under a parent component using dot notation.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helps organize and structure your component hierarchy, especially for components that have a strong logical or structural relationship.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exporting each related component individually, you attach them as properties to a main or parent component.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"namespace" where the sub-components are accessed through the parent.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// App.js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Form from './Form';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&lt;Form&gt;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type="text" placeholder="Enter name" /&gt;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&gt;Submit&lt;/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&lt;/Form&gt; );}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89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1B09B7-06CB-5297-8737-EDF93B7F9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3648"/>
            <a:ext cx="12192000" cy="687164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Form.js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Form({ children })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&lt;form&gt;{children}&lt;/form&gt;;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function Input(props)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&lt;input {...props}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Form.Button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function Button(props)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&lt;button {...props}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Form;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9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 Lifecycle: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created, The React lifecycle refers to the different phases a component goes through during its time in a React application.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phases allow you to run specific code at key moments in a component's life, such as when updated, or removed from the screen.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the three main phases of the React component lifecycle: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08" y="2730321"/>
            <a:ext cx="8382467" cy="412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6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Mounting Phase: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Mounting refers to the process of creating and inserting a component into the DOM for the first time in a React application.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mounting, React initializes the component, sets up its internal state (if any), and inserts it into the DOM.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constructor(props): </a:t>
            </a:r>
          </a:p>
          <a:p>
            <a:pPr marL="457200" indent="-457200" fontAlgn="base">
              <a:buFont typeface="+mj-lt"/>
              <a:buAutoNum type="alphaLcParenR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method called when the component is created.</a:t>
            </a:r>
          </a:p>
          <a:p>
            <a:pPr marL="457200" indent="-457200" fontAlgn="base">
              <a:buFont typeface="+mj-lt"/>
              <a:buAutoNum type="alphaLcParenR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initialize state and bind methods.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MyComponent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constructor(props) {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super(props);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this.state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count: 0 };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console.log(“constructor");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71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static getDerivedStateFromProps(props, state)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before rendering, both on the initial mount and on updates.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used, but lets you update state based on props. It must return an object to update the state or null to do nothing.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getDerivedStateFromProps(props, state) {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null; // or return an updated state object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render()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required method in a class component.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JSX that defines the UI.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pure (no side effects).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render() {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&lt;div&gt;Hello World&lt;/div&gt;;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79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192000" cy="718641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componentDidMount():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Invoked immediately after the component is mounted (inserted into the DOM).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data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animations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subscriptions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Interacting with the DOM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componentDidMount() {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console.log("Component did mount");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fetch('/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/data').then(...);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25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Updating Phase: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state changes via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this.setState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(class) or useState setter (functional)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receives new props from a parent component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force update is triggered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forceUpdate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(rare)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getDerivedStateFromProps: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getDerivedStateFromProps(props, state) is a static method that is called just before the render() method in both the mounting and updating phase in React. It takes updated props and the current state as arguments.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getDerivedStateFromProps(props, state)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(props.name !== state.name)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{ name: props.name }; // Update state with new props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null; // No state change 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228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setState():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not particularly a Lifecycle function and can be invoked explicitly at any instant. This function is used to update the state of a component. </a:t>
            </a:r>
          </a:p>
          <a:p>
            <a:pPr marL="0" indent="0" fontAlgn="base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this.setState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((prevState, props) =&gt; ({</a:t>
            </a:r>
          </a:p>
          <a:p>
            <a:pPr marL="0" indent="0" fontAlgn="base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counter: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prevState.count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props.diff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}));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shouldComponentUpdate():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shouldComponentUpdate() Is a lifecycle method in React class components that determines whether a component should re-render. 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the current and next props/states and returns true if the component should update or false if it should not.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shouldComponentUpdate(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nextProps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nextState)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true or false, if false, then render(), componentWillUpdate(), and componentDidUpdate() method does not get invoked.</a:t>
            </a:r>
          </a:p>
          <a:p>
            <a:pPr marL="0" indent="0" fontAlgn="base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087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getSnapshotBeforeUpdate() Method: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getSnapshotBeforeUpdate() method is invoked just before the DOM is being rendered.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store the previous values of the state after the DOM is updated.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getSnapshotBeforeUpdate(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prevState)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componentDidUpdate():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this function is invoked after the component is rendered, i.e., this function gets invoked once after the render() function is executed after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State or Props.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componentDidUpdate(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prevState, snapshot)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72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Unmounting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final phase of the lifecycle of the component, which is the phase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unmounting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component from the DOM. The following function is the sole member of this phase.</a:t>
            </a:r>
          </a:p>
          <a:p>
            <a:pPr marL="0" indent="0" fontAlgn="base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componentWillUnmount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is invoked before the component is finally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unmounted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DOM, i.e., this function gets invoked once before the component is removed from the page, and this denotes the end of the lifecycle.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Child extends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componentWillUnmount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alert("The component named Header is about to be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unmounted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render()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&lt;h1&gt;Hello World!&lt;/h1&gt;</a:t>
            </a:r>
          </a:p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186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60927C-F670-B243-4C83-2E179CBF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5BD5B7-B4AF-7039-8939-339DA0A1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and reuse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is the practice of combining multiple smaller components to create a more complex UI.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React.js, components can be nested within one another, allowing developers to create a hierarchical structure of components.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outer components can encapsulate the inner components and manage their behavior and rendering.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is achieved through the concept of parent and child components.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parent component wraps one or more child components and controls their rendering, behavior, and state.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tree-like structure, where components can be organized into a parent-child relationship.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77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F6CD0E-6F13-40D5-5D30-52D65E1B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F454E5-EBF1-5449-2D7A-EB6B85CED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Component Composition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Reusability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Debugging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 React components: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creating reusable React components, it's important to keep in mind two key factors: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Avoid side effects: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recommended to include logic that interacts with external data, such as making API calls, directly inside a reusable component. 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you should pass this logic as props to the component.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a button not only has a visual function but also fetches data from the internet, it may not be reusable in other contexts.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66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A58C63-E618-5454-5D24-47414D0B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A94C77-03D2-D8EF-4E57-C9962989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It is a reusable button component, and this is a bad practice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ButtonReusable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{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&lt;button&gt; Click Me &lt;/button&gt;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Props: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 are parameters passed to a component to customize its behavior and appearance, making it reusable for different purposes.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It is a reusable button component that can change its color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ButtonReusable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({ color }) =&gt; {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 style={{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blue }}&gt; Click Here &lt;/button&gt;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64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your first React.js component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your first React.js component, follow these steps: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Set up your React environment: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you don't already have one, you'll need a React project. The easiest way to get started is by using Create React App: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create-react-app my-first-react-app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 my-first-react-app	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 new component file: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src folder of your React project, create a new file for your component. It's standard practice to capitalize the first letter of component file names and use the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extension (though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also work).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filename.jsx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Define the functional component: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filename.jsx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define a functional component that returns JSX (JavaScript XML). Remember that component names must start with a capital letter. </a:t>
            </a:r>
          </a:p>
        </p:txBody>
      </p:sp>
    </p:spTree>
    <p:extLst>
      <p:ext uri="{BB962C8B-B14F-4D97-AF65-F5344CB8AC3E}">
        <p14:creationId xmlns:p14="http://schemas.microsoft.com/office/powerpoint/2010/main" val="3705132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04"/>
            <a:ext cx="12192000" cy="684829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filename.jsx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(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 from my first React component!&lt;/h1&gt;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a simple paragraph within the component.&lt;/p&gt;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&lt;/div&gt;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filename;</a:t>
            </a:r>
          </a:p>
        </p:txBody>
      </p:sp>
    </p:spTree>
    <p:extLst>
      <p:ext uri="{BB962C8B-B14F-4D97-AF65-F5344CB8AC3E}">
        <p14:creationId xmlns:p14="http://schemas.microsoft.com/office/powerpoint/2010/main" val="3987787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App.js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filename from './filename';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Adjust path if needed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'./App.css';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(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="App"&gt;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="App-header"&gt;  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&lt;filename /&gt;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{/* Your component is rendered here */}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&lt;/header&gt;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&lt;/div&gt;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}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14266511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your React application: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Save all files and navigate to your project directory in the terminal, then run: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open your application in the browser, and you should see the content rendered by filename.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999" y="2395469"/>
            <a:ext cx="7654277" cy="437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2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2373</TotalTime>
  <Words>2302</Words>
  <Application>Microsoft Office PowerPoint</Application>
  <PresentationFormat>Custom</PresentationFormat>
  <Paragraphs>453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React Components &amp; React JS Environment Setup                                   By Prof. Soleha. A. Sayyed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Components &amp; React JS Environment Setup                                           By Prof. Soleha Sayyed</dc:title>
  <dc:creator>BCS</dc:creator>
  <cp:lastModifiedBy>pc121</cp:lastModifiedBy>
  <cp:revision>157</cp:revision>
  <dcterms:created xsi:type="dcterms:W3CDTF">2025-06-16T07:31:47Z</dcterms:created>
  <dcterms:modified xsi:type="dcterms:W3CDTF">2026-08-24T05:15:53Z</dcterms:modified>
</cp:coreProperties>
</file>