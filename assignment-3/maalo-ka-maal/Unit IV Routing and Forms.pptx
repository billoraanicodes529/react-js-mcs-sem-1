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73" r:id="rId12"/>
    <p:sldId id="279" r:id="rId13"/>
    <p:sldId id="284" r:id="rId14"/>
    <p:sldId id="283" r:id="rId15"/>
    <p:sldId id="282" r:id="rId16"/>
    <p:sldId id="281" r:id="rId17"/>
    <p:sldId id="280" r:id="rId18"/>
    <p:sldId id="278" r:id="rId19"/>
    <p:sldId id="277" r:id="rId20"/>
    <p:sldId id="276" r:id="rId21"/>
    <p:sldId id="27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-342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0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7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1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0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2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0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1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8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5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AF0F2-0F7A-4EAB-A516-07DEED85F22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BE732-6945-40DB-B3A5-9FC00CE28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86002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Forms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7487" y="4155829"/>
            <a:ext cx="9144000" cy="1655762"/>
          </a:xfrm>
        </p:spPr>
        <p:txBody>
          <a:bodyPr/>
          <a:lstStyle/>
          <a:p>
            <a:pPr algn="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Prof. Soleha. A. Sayyed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5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192001" cy="6858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routing: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 routing in React allows a web application to display different components or pages without reloading the entire webpage.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React applications feel faster and more like traditional multi-page websites.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commonly used library for routing in React is React Router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Client-Side Routing?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happens without a full page refresh.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faster and smoother user experience.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different URLs for different components.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easy to create Home, About, Contact, Login, etc. pages.</a:t>
            </a:r>
          </a:p>
          <a:p>
            <a:r>
              <a:rPr lang="en-US" sz="2400" b="1" dirty="0"/>
              <a:t>React Router Example</a:t>
            </a:r>
          </a:p>
          <a:p>
            <a:r>
              <a:rPr lang="en-US" sz="2400" dirty="0"/>
              <a:t>First, install React Router: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44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75013"/>
            <a:ext cx="61870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Routes, Route, Link }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Home()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&lt;h2&gt;Home Page&lt;/h2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About()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&lt;h2&gt;About Page&lt;/h2&gt;;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Contact()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&lt;h2&gt;Contact Page&lt;/h2&gt;;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93081" y="475013"/>
            <a:ext cx="6084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&lt;Link to="/"&gt;Home&lt;/Link&gt; |{" "}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to="/about"&gt;About&lt;/Link&gt; |{" "}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to="/contact"&gt;Contact&lt;/Link&gt;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path="/" element={&lt;Home /&gt;} /&gt;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path="/about" element={&lt;About /&gt;} /&gt;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path="/contact" element={&lt;Contact /&gt;} /&gt;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Routes&gt;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); }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App;</a:t>
            </a:r>
          </a:p>
        </p:txBody>
      </p:sp>
    </p:spTree>
    <p:extLst>
      <p:ext uri="{BB962C8B-B14F-4D97-AF65-F5344CB8AC3E}">
        <p14:creationId xmlns:p14="http://schemas.microsoft.com/office/powerpoint/2010/main" val="387886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React Router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is a standard library for routing in React.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handle routes declaratively.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dynamic routing, which means that your application can modify its routes based on the application's state or user interactions.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everything from basic routing to nested routes, route parameters, and authenticated routes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Implement React Router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 a react app by using the following command.</a:t>
            </a:r>
          </a:p>
          <a:p>
            <a:pPr marL="0" indent="0" fontAlgn="base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create-react-app routing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routing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Install the required dependencies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8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356260"/>
            <a:ext cx="635329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App.js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Routes, Route, Link }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Home from './home';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About from './about';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Contact from './contact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return 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&lt;div&gt;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&lt;Link to="/"&gt;Home&lt;/Link&gt;|{" "}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&lt;Link to="/about"&gt;About Us&lt;/Link&gt;|{" "}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&lt;Link to="/contact"&gt;Contact Us&lt;/Link&gt;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43303" y="577746"/>
            <a:ext cx="5553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&lt;Routes&gt;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&lt;Route path="/" element={&lt;Home /&gt;} /&gt;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&lt;Route path="/about" element={&lt;About /&gt;} /&gt;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&lt;Route path="/contact" element={&lt;Contact /&gt;} /&gt;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&lt;/Routes&gt;  &lt;/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  &lt;/div&gt;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 ); }   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86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006" y="1341911"/>
            <a:ext cx="405542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Home.jsx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Home()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&lt;h1&gt;Welcome to my app!&lt;/h1&gt;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&lt;p&gt;This is the home page.&lt;/p&gt;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Home;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4603" y="1341911"/>
            <a:ext cx="36932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Contact.jsx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Contact()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&lt;h1&gt;Contact Us&lt;/h1&gt;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&lt;p&gt;Get in touch with us.&lt;/p&gt;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Contact;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2101" y="1341911"/>
            <a:ext cx="324394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About.jsx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About()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&lt;h1&gt;About Us&lt;/h1&gt;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&lt;p&gt;Learn more about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and mission.&lt;/p&gt;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About;</a:t>
            </a:r>
          </a:p>
        </p:txBody>
      </p:sp>
    </p:spTree>
    <p:extLst>
      <p:ext uri="{BB962C8B-B14F-4D97-AF65-F5344CB8AC3E}">
        <p14:creationId xmlns:p14="http://schemas.microsoft.com/office/powerpoint/2010/main" val="416741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Pros and Cons: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Code: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keeps your app structure logical and maintainable.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Routing: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has simple setup, intuitive path definitions.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URLs: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has powerful navigation based on user interactions or data.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SEO-friendly: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Supports SSR and SSG for better search visibility.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Community &amp; Ecosystem: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Plenty of resources and solutions available.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some effort to understand the concepts and API.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Boilerplate Code: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Initial setup might involve repetitive code.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Overhead: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Adds a slight overhead compared to manual routing.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for Large Apps: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Managing extensive navigation can get intricate.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88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in React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in React allows users to move between different components or views in a Single Page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reloading the page, using client-side routing for smooth transitions.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happens without reloading the entire page, making the application faster and smoother.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is handled on the client side instead of requesting new pages from the server.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user experience by providing quick and seamless view changes.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is commonly used to manage navigation between components.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Installing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Importing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Installing: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installs React Router for routing in React.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 imports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routing in your app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96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Programmatically Navigate in React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Programmatic navigation allows you to navigate between different routes based on actions, such as button clicks or form submissions.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provides more control over routing, enabling navigation in response to events triggered by the user.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navigation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programmatically move between pages or components in a Single Page Application without reloading the page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2 basic pages between which you want to redirect.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buttons on each page to redirect the user.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provided with react-router-dom.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hook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button to redirect.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93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83180" y="23751"/>
            <a:ext cx="6840185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App.js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Routes, Route } from "react-router-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"./App.css";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"./components/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"./components/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CotactUs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="App"&gt;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&lt;Routes&gt;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&lt;Route exact path="/" element={&lt;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/&gt;} /&gt;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&lt;Route exact path="/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element={&lt;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/&gt;} /&gt;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&lt;/Routes&gt;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369167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415637"/>
            <a:ext cx="625829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AboutUs.js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"react";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"react-router-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&lt;h2&gt;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Wecome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Inamdar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Senior College&lt;/h2&gt;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Read more about us at 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1419" y="449284"/>
            <a:ext cx="604058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="https://www.abedainamdarcollege.org.in/about_us"&gt;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https://www.abedainamdarcollege.org.in/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&lt;/a&gt;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&lt;button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={() =&gt;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}}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Click Here to check contact details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&lt;/button&gt;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3088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415637"/>
            <a:ext cx="625829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ContactUs.js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"react";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"react-router-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useNavigate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&lt;address&gt;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You can find us here: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Inamdar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Senior College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GV4G+7JW,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Hidayatulla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Pune, Maharashtra 411001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02026446979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&lt;/address&gt;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58295" y="449284"/>
            <a:ext cx="59337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&lt;button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={() =&gt;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}}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Click Here to Go Back to website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&lt;/button&gt;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27009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 with React router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Link routes gets very lengthy when there are multiple pages, so we use the concept of Dynamic Routing to reduce the lines of code and make the code shorter.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allows you to define routes dynamically based on certain conditions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 in React allows passing parameters through URLs, enabling components to render content based on route-specific data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page which will create Link components using map.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page which will display data dynamically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dynamic Route component which passes the id as a parameter. It comes under the component folder.</a:t>
            </a: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51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1" y="356259"/>
            <a:ext cx="725582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App.jsx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Routes, Route, Link } from "react-router-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"./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courses = ["JavaScript", "React", "HTML", "DSA"];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&lt;h1&gt;Dynamic Routing with React&lt;/h1&gt;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courses.map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((course) =&gt;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return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&lt;li key={course}&gt;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&lt;Link to={`courses/${course}`}&gt;{course}&lt;/Link&gt;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&lt;/li&gt;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})}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&lt;Routes&gt;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&lt;Route path="courses/: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element={&lt;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/&gt;} /&gt;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&lt;/Routes&gt;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BrowserRouter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App;0   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76458" y="356259"/>
            <a:ext cx="45007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Coursedetails.jsx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components/CourseDetails.js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"react-router-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useParams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&lt;div&gt;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&lt;h1&gt;This is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course&lt;/h1&gt;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&lt;/div&gt;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821" y="4160321"/>
            <a:ext cx="4936179" cy="2659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91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in React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React, forms are used to take input from users, like text, numbers, or selections.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just like HTML forms but are often controlled by React state, so you can easily track and update the input values.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 can be easily added and used as a simple react element.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in React can be either controlled or uncontrolled, with controlled being the more common approach.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submission is handled using an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onSubmit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event handler, where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event.preventDefault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is called to stop the browser from reloading the page.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41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06567"/>
            <a:ext cx="6734536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"react";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"react-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onInputChange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(event)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console.log(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event.target.value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&lt;form&gt;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&lt;label&gt;Enter text&lt;/label&gt;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&lt;input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type="text"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onInputChange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&lt;/form&gt;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(&lt;App /&gt;,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document.querySelector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("#root"));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693" y="1650898"/>
            <a:ext cx="5694398" cy="370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504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React Forms</a:t>
            </a:r>
          </a:p>
          <a:p>
            <a:pPr marL="0" indent="0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HTML the HTML DOM handles the input data but in react the values are stored in state variable and form data is handled by the components.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436914"/>
            <a:ext cx="87877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"react-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("");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&lt;form&gt;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&lt;label&gt;Enter text&lt;/label&gt;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&lt;input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type="text"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value={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={(e) 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e.target.value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&lt;/form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&lt;div&gt;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Entered Value: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div&gt;   &lt;/div&gt; );  }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(&lt;App /&gt;,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document.querySelector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("#root"));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855" y="1780332"/>
            <a:ext cx="4333815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9093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 React Forms</a:t>
            </a:r>
          </a:p>
          <a:p>
            <a:pPr marL="0" indent="0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submit action in React form is done by using the event handler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accepts the submit function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068779"/>
            <a:ext cx="520139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"react";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"react-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("");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onFormSubmit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(event) =&gt;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event.preventDefault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World!");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&lt;form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onFormSubmit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&lt;label&gt;Enter text&lt;/label&gt;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&lt;input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type="text"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value={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={(e) =&gt;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e.target.value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}/&gt;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6291" y="1080653"/>
            <a:ext cx="68857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Entered Value: 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&lt;/div&gt;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(&lt;App /&gt;,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document.querySelector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("#root"));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6452982" y="4173910"/>
            <a:ext cx="432435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77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2370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Controlled Components?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controlled component in React is an element whose state is controlled by React itself. 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component's state is stored in a React component's state and can only be updated by triggering a state change via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React’s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method.</a:t>
            </a:r>
          </a:p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Controlled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Form data is handled by the component's state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React's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this.state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class components.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elements' values are set by the state, and any changes are reflected through state updates.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Predictability: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Since the state is managed by React, the component's behavior is predictable and consistent.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Validation: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Enables immediate validation and formatting of user input.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 of Truth: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state serves as the single source of truth for the form data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865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Uncontrolled Components?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uncontrolled component in React refers to a component where the form element's state is not directly controlled by React. 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the form element itself maintains its own state, and React only interacts with the element indirectly through references (refs).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Uncontrolled Components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DOM-Managed State: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data is handled by the DOM itself, not by React state.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Refs: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Access to form values is achieved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createRef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reference DOM elements directly.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State Management: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for state variables and event handlers for each input field.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Implementation: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Suitable for simple forms or when integrating with non-React libraries that manipulate the DOM directly.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Predictable: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component's state is not synchronized with React, it can lead to less predictable behavior.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Validation: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formatting need to be handled manually, often during form submission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610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Controlled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Uncontrolled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116394"/>
              </p:ext>
            </p:extLst>
          </p:nvPr>
        </p:nvGraphicFramePr>
        <p:xfrm>
          <a:off x="855024" y="1016549"/>
          <a:ext cx="10402784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40977"/>
                <a:gridCol w="5161807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Components</a:t>
                      </a:r>
                      <a:endParaRPr lang="en-US" sz="2400" b="1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Uncontrolled Components</a:t>
                      </a:r>
                      <a:endParaRPr lang="en-US" sz="2400" b="1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React state as the source of truth.</a:t>
                      </a:r>
                      <a:endParaRPr lang="en-US" sz="2400" b="0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the DOM to maintain internal state.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flows from React state to input.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flows from the input to React only when accessed via refs.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validate or format input in real-time.</a:t>
                      </a:r>
                      <a:endParaRPr lang="en-US" sz="2400" b="0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usually occurs on form submission.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more boilerplate (state and handlers).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Simpler and quicker to implement for basic cases.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cause more re-renders, as each keystroke updates state.</a:t>
                      </a:r>
                      <a:endParaRPr lang="en-US" sz="2400" b="0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Potentially better for large forms or infrequent value access.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570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Statefull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Stateless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Components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components, also referred to as functional components, do not hold or manage local state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simply accept data via props and render UI elements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introduction of Hooks in React 16.8, functional components have become more powerful,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other React features without being class-based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Stateless Components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 their own state (although, with Hooks, this is less clear-cut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usually simpler and used for presenting static UI elements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test and maintain due to their simplicity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example is a UI component like a button or a display label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components receive all the data they need via props and render accordingly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a Button component might accept props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label, and style but does not manage any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internally.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WelcomeMessage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 name })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&lt;h2&gt;Welcome, {name}!&lt;/h2&gt;; }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77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components, also known as class components (traditionally), are those that manage their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own state.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React, "state" refers to an object that determines how a component renders and behaves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 are responsible for keeping track of changing data that affects the render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hold and manage local state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lifecycle methods (like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componentDidMount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more complex than stateless components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classic example is a form input. Let's consider a login form with email and password fields.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form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needs to track the values of these fields, handle changes, and potentially control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submission behavior.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state management necessitates the use of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program example where component re-renders each time the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1427832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 Form validations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 in React checks if user inputs are correct before submission. It helps in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incorrect or incomplete data from being sent, improving both data accuracy and user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Validation (Controlled Components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React's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to manage the values of form inputs and their corresponding error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Logic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functions that check the input values against your validation rules (e.g., empty fields,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format, password strength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Rendering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messages next to the relevant input fields based on the validation results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Handling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form submission, trigger the validation logic and prevent submission if errors exist.</a:t>
            </a:r>
          </a:p>
        </p:txBody>
      </p:sp>
    </p:spTree>
    <p:extLst>
      <p:ext uri="{BB962C8B-B14F-4D97-AF65-F5344CB8AC3E}">
        <p14:creationId xmlns:p14="http://schemas.microsoft.com/office/powerpoint/2010/main" val="396035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-1"/>
            <a:ext cx="12192000" cy="68580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React,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'react';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[email,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('');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('');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(!email) {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('Email is required');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false;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if (!/\S+@\S+\.\S+/.test(email)) {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('Invalid email format');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false;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true;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2666" y="0"/>
            <a:ext cx="6159334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(e) =&gt; {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e.preventDefault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alert('Form submitted successfully!');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Further processing of form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handleSubmit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&lt;label&gt;Email:&lt;/label&gt; &lt;input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type="text"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value={email}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={(e) =&gt;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e.target.value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onBlur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// Validate on blur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/&gt; 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&lt;p style={{ color: 'red'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}}&gt;{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}&lt;/p&gt;} &lt;button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type="submit"&gt;Submit&lt;/button&gt; &lt;/form&gt;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211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2002</Words>
  <Application>Microsoft Office PowerPoint</Application>
  <PresentationFormat>Custom</PresentationFormat>
  <Paragraphs>443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Routing and Forms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JS FORMS AND UI  </dc:title>
  <dc:creator>BCS</dc:creator>
  <cp:lastModifiedBy>pc121</cp:lastModifiedBy>
  <cp:revision>122</cp:revision>
  <dcterms:created xsi:type="dcterms:W3CDTF">2025-08-14T04:11:16Z</dcterms:created>
  <dcterms:modified xsi:type="dcterms:W3CDTF">2026-09-08T05:03:01Z</dcterms:modified>
</cp:coreProperties>
</file>